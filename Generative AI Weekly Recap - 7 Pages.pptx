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10600" y="0"/>
            <a:ext cx="100584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19200" y="657225"/>
            <a:ext cx="361950" cy="3619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1"/>
          <p:cNvSpPr/>
          <p:nvPr/>
        </p:nvSpPr>
        <p:spPr>
          <a:xfrm>
            <a:off x="1714500" y="609600"/>
            <a:ext cx="15542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GlobalLogic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714500" y="895350"/>
            <a:ext cx="155428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B95A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Hitachi Group Company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5073833" y="750094"/>
            <a:ext cx="207116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B95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Weekly Recap · 7 pages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524000" y="2286000"/>
            <a:ext cx="98107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89" kern="0" dirty="0">
                <a:solidFill>
                  <a:srgbClr val="FF67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ENGINEERING EDUCATION · WEEKLY RECAP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24000" y="2747963"/>
            <a:ext cx="9810750" cy="2427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600" b="1" spc="-240" kern="0" dirty="0">
                <a:solidFill>
                  <a:srgbClr val="1B1F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Generative AI, </a:t>
            </a:r>
            <a:pPr algn="l" indent="0" marL="0">
              <a:lnSpc>
                <a:spcPct val="98000"/>
              </a:lnSpc>
              <a:buNone/>
            </a:pPr>
            <a:r>
              <a:rPr lang="en-US" sz="9600" b="1" spc="-240" kern="0" dirty="0">
                <a:solidFill>
                  <a:srgbClr val="FF67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week</a:t>
            </a:r>
            <a:pPr algn="l" indent="0" marL="0">
              <a:lnSpc>
                <a:spcPct val="98000"/>
              </a:lnSpc>
              <a:buNone/>
            </a:pPr>
            <a:r>
              <a:rPr lang="en-US" sz="9600" b="1" spc="-240" kern="0" dirty="0">
                <a:solidFill>
                  <a:srgbClr val="1B1F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9600" dirty="0"/>
          </a:p>
        </p:txBody>
      </p:sp>
      <p:sp>
        <p:nvSpPr>
          <p:cNvPr id="9" name="Text 6"/>
          <p:cNvSpPr/>
          <p:nvPr/>
        </p:nvSpPr>
        <p:spPr>
          <a:xfrm>
            <a:off x="1524000" y="5442347"/>
            <a:ext cx="68675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843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Foundations, the nine core concepts of LLMs, and why they hallucinate — a one-sitting recap for engineers.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219200" y="9577388"/>
            <a:ext cx="13564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globallogic.com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6471329" y="9577388"/>
            <a:ext cx="67367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6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2026-05-24T16:08:50Z</dcterms:created>
  <dcterms:modified xsi:type="dcterms:W3CDTF">2026-05-24T16:08:50Z</dcterms:modified>
</cp:coreProperties>
</file>